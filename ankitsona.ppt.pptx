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75" r:id="rId5"/>
    <p:sldId id="268" r:id="rId6"/>
    <p:sldId id="269" r:id="rId7"/>
    <p:sldId id="270" r:id="rId8"/>
    <p:sldId id="271" r:id="rId9"/>
    <p:sldId id="273" r:id="rId10"/>
    <p:sldId id="274" r:id="rId11"/>
  </p:sldIdLst>
  <p:sldSz cx="9144000" cy="5143500" type="screen16x9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2EB9B-DA13-48BA-8CF2-78E788C02912}" v="5" dt="2026-02-12T15:23:29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23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AB24-9102-1773-1EE8-3BA1FF23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7A015-E408-DE3B-9AD5-1FD464B7E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54810-2478-A167-9681-6A45919B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129C9-CFBF-D1A0-581A-F257F7B26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64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161" y="1497330"/>
            <a:ext cx="796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Looking Sonar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64883" y="2335530"/>
            <a:ext cx="4414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HEAUV Project - Real-time Visualization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93126" y="2914650"/>
            <a:ext cx="41577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Underwater Vehicle Sensing Technology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865717" y="3459480"/>
            <a:ext cx="341244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Endurance Autonomous Underwater Vehicle •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real-time sonar visualization system capable of: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Displaying targets within scanning field of view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real-time distance and angle of underwater objects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target movement with animated graphical elements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HEAUV underwater robotics project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83A140-FFA2-8297-1A1D-AC7B10422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8" y="239843"/>
            <a:ext cx="8765649" cy="4513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ACB7F-99C3-1144-ED7C-A1A3A5730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4C582-A34C-BB30-D037-127ACC50A357}"/>
              </a:ext>
            </a:extLst>
          </p:cNvPr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FB0842-E43A-0681-670A-15C9513DAF7B}"/>
              </a:ext>
            </a:extLst>
          </p:cNvPr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0FC893-579F-5D0B-6518-7A68C6803EA0}"/>
              </a:ext>
            </a:extLst>
          </p:cNvPr>
          <p:cNvSpPr/>
          <p:nvPr/>
        </p:nvSpPr>
        <p:spPr>
          <a:xfrm>
            <a:off x="914400" y="16421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B3F3E7-783A-5DA6-89FD-F9FBE69E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17"/>
            <a:ext cx="9144000" cy="510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6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Module Updates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AOP (Area of Operation) and save mission settings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option disabling after mission save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Window displays only enabled controls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submenu disabled after save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 status displayed on top panel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Mines Module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fixed maximum number of mines allowed 1-100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mines not permitted during creation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mine count without updating entire scenario  (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panding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Area Module -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location modifications in real-time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overlapping Search Area positions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error message for overlaps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non-overlapping positions allowed for updates</a:t>
            </a: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marker save on overlap detection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Area Module - Database Logic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disappears on overlap detection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valid Search Area location retained in database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non-overlapping positions allowed for updates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consistency maintained throughout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Layer: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Sonar display with real-time graphics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Management: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AOP marking and operational status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Minefield Control: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Mine count and configuration management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Coordination: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Validated area management and tracking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214" y="1922143"/>
            <a:ext cx="73394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 Technology in Underwater Navigation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185509" y="2562225"/>
            <a:ext cx="477298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simulation supports learning, research, and development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38427" y="2954657"/>
            <a:ext cx="2667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HEAUV Project Development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252</Words>
  <Application>Microsoft Office PowerPoint</Application>
  <PresentationFormat>On-screen Show (16:9)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Ankit Raj</cp:lastModifiedBy>
  <cp:revision>2</cp:revision>
  <dcterms:created xsi:type="dcterms:W3CDTF">2026-02-12T14:59:22Z</dcterms:created>
  <dcterms:modified xsi:type="dcterms:W3CDTF">2026-02-12T15:51:44Z</dcterms:modified>
</cp:coreProperties>
</file>